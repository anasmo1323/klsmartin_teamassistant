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3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6858000" cy="9144000"/>
  <p:embeddedFontLst>
    <p:embeddedFont>
      <p:font typeface="Anton" pitchFamily="2" charset="0"/>
      <p:regular r:id="rId5"/>
    </p:embeddedFont>
    <p:embeddedFont>
      <p:font typeface="Bahnschrift SemiBold" panose="020B0502040204020203" pitchFamily="34" charset="0"/>
      <p:bold r:id="rId6"/>
    </p:embeddedFont>
    <p:embeddedFont>
      <p:font typeface="Canva Sans Bold" panose="020B0604020202020204" charset="0"/>
      <p:regular r:id="rId7"/>
    </p:embeddedFont>
    <p:embeddedFont>
      <p:font typeface="Montserrat" panose="00000500000000000000" pitchFamily="2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D1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8" autoAdjust="0"/>
    <p:restoredTop sz="85022" autoAdjust="0"/>
  </p:normalViewPr>
  <p:slideViewPr>
    <p:cSldViewPr>
      <p:cViewPr varScale="1">
        <p:scale>
          <a:sx n="45" d="100"/>
          <a:sy n="45" d="100"/>
        </p:scale>
        <p:origin x="119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5F835-45A3-457E-8B78-F3D5C8B7457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8ABC0-168C-4F0B-B17E-913832BF9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8ABC0-168C-4F0B-B17E-913832BF9B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67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8ABC0-168C-4F0B-B17E-913832BF9B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98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B143-F3B3-E4E7-C342-776C3B257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367D8-0429-04BA-9C6F-05C41E7B8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B2ACB-ECA1-C156-23C8-5DAFC921D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6C02E-0FDB-4AB2-620A-D5D9C333C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6FF5-994C-DD74-E787-C54F1B79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7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11107-6C08-C0DA-4F85-4DE9690C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C6567-0A2F-4521-97A9-0B36A2E8E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0A680-262B-1092-10C5-0E39C1BC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35D42-C613-66A4-9241-0027FEB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49FF8-C064-E7C8-5709-EB841F47E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907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8CFF-9645-CF2F-8C3D-70FE9EA0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084A-89C5-2AD8-27A4-EBF1239D0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05723-3DC7-4145-FEE0-CE43207B0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29DBA-034A-B2E6-335A-CD8E36A1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48210-68FA-FAE2-A625-E200409D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527E-91AD-5D29-CFC0-A6B59D55E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6961-84D5-2C4B-D96F-F70E55CC8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23EF1-2AFB-6D30-9867-6A195E420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7BAE5-C032-9386-179F-E0DD9B03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5FEE0-8589-8BA1-E6F3-4F0C23C9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BF8D3-504E-16CE-4037-6CB06D2D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9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8DEDE-E11B-8BBF-82CD-C35E29D94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67323-5DC0-2FAF-446D-F3D35AC17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A8A8F-41AB-9795-0A2F-D5EA00306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E0778-0D9D-8964-2F05-9EFD28548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22CEC7-EF49-06C5-B221-366292C58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6FCBB-DADD-1B19-9D73-11C83A89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51680-96BA-0183-BF69-8299B366B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A26F58-C0DE-EF57-F5D5-FB9FA96D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08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AC92-852A-1FA8-1F5D-447AD4DA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13A4A-F707-2AEA-95BA-0FA6FF8A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582DB2-D20A-6A19-DD03-B01B49BC4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6A0E7-6112-08DD-3733-1CB8C252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2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B4F82-A49C-657E-5B57-1EB5D9699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AACD0-D91E-8356-BF16-9B5BECF5A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812A4-3E3E-EBC1-C41F-16E11E7D4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58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2060-0D68-408F-CA12-2514FFE96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644D1-BAD8-AF5C-6FF0-BD1B9A0B0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BD72C-C845-6E0A-846A-2B730ED6B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A2E1F-D098-4C59-037D-8DC6FEFB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65C70-DA47-0DEF-86D2-B5D00A4BA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CB6BF-9CB9-9DC5-558E-07D517A9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33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ABAF-C323-24BE-B31D-8DF10675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CA7B68-5CA5-9EC7-151F-F37348B17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7BF6B-C7F6-8041-C1E6-A93A85903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FE746-2D6F-EEDF-88DA-023AE986D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EF6C1-1B98-3859-525D-B25534B6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6B982-43A3-B587-FCA6-17936913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7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25CE9-E560-EC1F-F79D-998079CF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04BAD-3B8D-65F6-2EC4-C91F4DC1A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8494F-9B57-7DB9-4955-8CBECAC45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57117-D5AE-A77A-4E27-E9CD2C468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DAB41-6DF1-63CD-1616-6E0BE8E4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8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EA9B1B-0268-FE21-EB37-AE3BE01D4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BDBC9-9FF1-FC8F-3085-64F63BBC4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5BB02-29D5-8347-5462-5DCED9467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A3AD-E74E-40F3-A091-AD7A5FD22E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948B5-13AC-2863-9FF0-A595F8870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E261D-4D7D-734C-3A51-CD9A02231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2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624657-C4F4-21AB-810A-BB8A60600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52767-A320-D2A6-D885-E60593D54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20926-13CD-A5EC-A6E3-EB89F9C3E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F9A3AD-E74E-40F3-A091-AD7A5FD22E1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A06FF-763E-A30A-0E0D-413DD22DF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917B8-EE19-6E0F-EE4A-CCA8EA639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529FE-4D77-4AF1-9498-E930BF682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5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7495D74-CD85-70AF-AA34-D6EE765FFFF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-1213711" y="1411314"/>
            <a:ext cx="20715422" cy="7464371"/>
            <a:chOff x="0" y="0"/>
            <a:chExt cx="5455914" cy="19659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55913" cy="1965925"/>
            </a:xfrm>
            <a:custGeom>
              <a:avLst/>
              <a:gdLst/>
              <a:ahLst/>
              <a:cxnLst/>
              <a:rect l="l" t="t" r="r" b="b"/>
              <a:pathLst>
                <a:path w="5455913" h="1965925">
                  <a:moveTo>
                    <a:pt x="0" y="0"/>
                  </a:moveTo>
                  <a:lnTo>
                    <a:pt x="5455913" y="0"/>
                  </a:lnTo>
                  <a:lnTo>
                    <a:pt x="5455913" y="1965925"/>
                  </a:lnTo>
                  <a:lnTo>
                    <a:pt x="0" y="1965925"/>
                  </a:lnTo>
                  <a:close/>
                </a:path>
              </a:pathLst>
            </a:custGeom>
            <a:solidFill>
              <a:srgbClr val="DC0E20">
                <a:alpha val="71765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455914" cy="200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289987" y="2372704"/>
            <a:ext cx="3708025" cy="1206378"/>
          </a:xfrm>
          <a:custGeom>
            <a:avLst/>
            <a:gdLst/>
            <a:ahLst/>
            <a:cxnLst/>
            <a:rect l="l" t="t" r="r" b="b"/>
            <a:pathLst>
              <a:path w="3708025" h="1206378">
                <a:moveTo>
                  <a:pt x="0" y="0"/>
                </a:moveTo>
                <a:lnTo>
                  <a:pt x="3708026" y="0"/>
                </a:lnTo>
                <a:lnTo>
                  <a:pt x="3708026" y="1206378"/>
                </a:lnTo>
                <a:lnTo>
                  <a:pt x="0" y="1206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410208" y="3476432"/>
            <a:ext cx="7467583" cy="2238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0"/>
              </a:lnSpc>
            </a:pPr>
            <a:r>
              <a:rPr lang="en-US" sz="13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KLSMARTIN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05406" y="5335386"/>
            <a:ext cx="6677188" cy="149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51"/>
              </a:lnSpc>
            </a:pPr>
            <a:r>
              <a:rPr lang="en-US" sz="867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PRODUCT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B6EAFB9-F4CB-CC98-5E94-DA324863C4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635041"/>
            <a:ext cx="19372417" cy="1292204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752998" y="-1"/>
            <a:ext cx="9535001" cy="10287001"/>
            <a:chOff x="0" y="0"/>
            <a:chExt cx="2796884" cy="32026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6884" cy="3202683"/>
            </a:xfrm>
            <a:custGeom>
              <a:avLst/>
              <a:gdLst/>
              <a:ahLst/>
              <a:cxnLst/>
              <a:rect l="l" t="t" r="r" b="b"/>
              <a:pathLst>
                <a:path w="2796884" h="3202683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96600" y="129530"/>
            <a:ext cx="7467600" cy="990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89"/>
              </a:lnSpc>
            </a:pPr>
            <a:r>
              <a:rPr lang="en-US" sz="6000" dirty="0" err="1">
                <a:latin typeface="Anton"/>
                <a:ea typeface="Anton"/>
                <a:cs typeface="Anton"/>
                <a:sym typeface="Anton"/>
              </a:rPr>
              <a:t>ArticleNo</a:t>
            </a:r>
            <a:r>
              <a:rPr lang="en-US" sz="6000" dirty="0">
                <a:latin typeface="Anton"/>
                <a:ea typeface="Anton"/>
                <a:cs typeface="Anton"/>
                <a:sym typeface="Anton"/>
              </a:rPr>
              <a:t>: {{CODE}}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6096" y="42481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096" y="1790700"/>
            <a:ext cx="9371903" cy="3650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r>
              <a:rPr lang="en-US" sz="3500" dirty="0">
                <a:solidFill>
                  <a:srgbClr val="FFFFFF"/>
                </a:solidFill>
                <a:latin typeface="Bahnschrift SemiBold" panose="020B0502040204020203" pitchFamily="34" charset="0"/>
                <a:ea typeface="Canva Sans"/>
                <a:cs typeface="Canva Sans"/>
                <a:sym typeface="Canva Sans"/>
              </a:rPr>
              <a:t>Description:</a:t>
            </a:r>
          </a:p>
          <a:p>
            <a:pPr marL="0" lvl="0" indent="0" algn="l">
              <a:lnSpc>
                <a:spcPts val="4095"/>
              </a:lnSpc>
            </a:pPr>
            <a:endParaRPr lang="en-US" sz="3500" dirty="0">
              <a:solidFill>
                <a:srgbClr val="FFFFFF"/>
              </a:solidFill>
              <a:latin typeface="Bahnschrift SemiBold" panose="020B0502040204020203" pitchFamily="34" charset="0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4095"/>
              </a:lnSpc>
            </a:pPr>
            <a:r>
              <a:rPr lang="en-US" sz="3200" dirty="0">
                <a:solidFill>
                  <a:srgbClr val="FFFFFF"/>
                </a:solidFill>
                <a:latin typeface="Montserrat" panose="00000500000000000000" pitchFamily="2" charset="0"/>
                <a:ea typeface="Canva Sans"/>
                <a:cs typeface="Canva Sans"/>
                <a:sym typeface="Canva Sans"/>
              </a:rPr>
              <a:t>{{DESCRIPTION}}</a:t>
            </a:r>
          </a:p>
          <a:p>
            <a:pPr marL="0" lvl="0" indent="0" algn="l">
              <a:lnSpc>
                <a:spcPts val="4095"/>
              </a:lnSpc>
            </a:pPr>
            <a:endParaRPr lang="en-US" sz="36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4095"/>
              </a:lnSpc>
            </a:pPr>
            <a:r>
              <a:rPr lang="en-US" sz="3500" b="1" dirty="0">
                <a:solidFill>
                  <a:srgbClr val="FFFFFF"/>
                </a:solidFill>
                <a:latin typeface="Bahnschrift SemiBold" panose="020B0502040204020203" pitchFamily="34" charset="0"/>
                <a:ea typeface="Canva Sans Bold"/>
                <a:cs typeface="Canva Sans Bold"/>
                <a:sym typeface="Canva Sans Bold"/>
              </a:rPr>
              <a:t>Catalogues &amp; Brochures:</a:t>
            </a:r>
          </a:p>
          <a:p>
            <a:pPr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095"/>
              </a:lnSpc>
            </a:pPr>
            <a:r>
              <a:rPr lang="en-US" sz="3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{{BROCHURES}}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6096" y="339090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916096" y="6305550"/>
            <a:ext cx="7351684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endParaRPr lang="en-US" sz="35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16096" y="7143750"/>
            <a:ext cx="79137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C7E0-949A-9B6B-FED3-685F0E598F88}"/>
              </a:ext>
            </a:extLst>
          </p:cNvPr>
          <p:cNvSpPr/>
          <p:nvPr/>
        </p:nvSpPr>
        <p:spPr>
          <a:xfrm>
            <a:off x="228600" y="1485900"/>
            <a:ext cx="8266726" cy="8671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502ACE-B3BE-1A86-8DF3-F8D01F4DC72B}"/>
              </a:ext>
            </a:extLst>
          </p:cNvPr>
          <p:cNvSpPr/>
          <p:nvPr/>
        </p:nvSpPr>
        <p:spPr>
          <a:xfrm>
            <a:off x="228600" y="1501130"/>
            <a:ext cx="8266726" cy="8656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{{IMAGE}}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EC14B-1806-E99F-35CE-E6E6815DAF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84788"/>
            <a:ext cx="2699385" cy="8782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25</Words>
  <Application>Microsoft Office PowerPoint</Application>
  <PresentationFormat>Custom</PresentationFormat>
  <Paragraphs>13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Bahnschrift SemiBold</vt:lpstr>
      <vt:lpstr>Anton</vt:lpstr>
      <vt:lpstr>Aptos</vt:lpstr>
      <vt:lpstr>Canva Sans Bold</vt:lpstr>
      <vt:lpstr>Montserrat</vt:lpstr>
      <vt:lpstr>Aptos Display</vt:lpstr>
      <vt:lpstr>Arial</vt:lpstr>
      <vt:lpstr>1_Custom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Presentation</dc:title>
  <dc:creator>Anas Mohamed</dc:creator>
  <cp:lastModifiedBy>Anas Mohamed</cp:lastModifiedBy>
  <cp:revision>21</cp:revision>
  <dcterms:created xsi:type="dcterms:W3CDTF">2006-08-16T00:00:00Z</dcterms:created>
  <dcterms:modified xsi:type="dcterms:W3CDTF">2026-07-21T12:50:28Z</dcterms:modified>
  <dc:identifier>DAHP5ixTuSQ</dc:identifier>
</cp:coreProperties>
</file>