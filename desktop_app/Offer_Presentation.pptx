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3" r:id="rId1"/>
  </p:sldMasterIdLst>
  <p:notesMasterIdLst>
    <p:notesMasterId r:id="rId4"/>
  </p:notesMasterIdLst>
  <p:sldIdLst>
    <p:sldId id="256" r:id="rId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  <p:sldId id="310" r:id="rId65"/>
  </p:sldIdLst>
  <p:sldSz cx="18288000" cy="10287000"/>
  <p:notesSz cx="6858000" cy="9144000"/>
  <p:embeddedFontLst>
    <p:embeddedFont>
      <p:font typeface="Anton" pitchFamily="2" charset="0"/>
      <p:regular r:id="rId5"/>
    </p:embeddedFont>
    <p:embeddedFont>
      <p:font typeface="Bahnschrift SemiBold" panose="020B0502040204020203" pitchFamily="34" charset="0"/>
      <p:bold r:id="rId6"/>
    </p:embeddedFont>
    <p:embeddedFont>
      <p:font typeface="Canva Sans Bold" panose="020B0604020202020204" charset="0"/>
      <p:regular r:id="rId7"/>
    </p:embeddedFont>
    <p:embeddedFont>
      <p:font typeface="Montserrat" panose="00000500000000000000" pitchFamily="2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D1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8" autoAdjust="0"/>
    <p:restoredTop sz="85022" autoAdjust="0"/>
  </p:normalViewPr>
  <p:slideViewPr>
    <p:cSldViewPr>
      <p:cViewPr varScale="1">
        <p:scale>
          <a:sx n="45" d="100"/>
          <a:sy n="45" d="100"/>
        </p:scale>
        <p:origin x="1190" y="17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5F835-45A3-457E-8B78-F3D5C8B7457F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58ABC0-168C-4F0B-B17E-913832BF9B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58ABC0-168C-4F0B-B17E-913832BF9B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26745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B143-F3B3-E4E7-C342-776C3B2574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4338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E367D8-0429-04BA-9C6F-05C41E7B8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B2ACB-ECA1-C156-23C8-5DAFC921D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A3AD-E74E-40F3-A091-AD7A5FD22E1E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6C02E-0FDB-4AB2-620A-D5D9C333C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6FF5-994C-DD74-E787-C54F1B79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529FE-4D77-4AF1-9498-E930BF682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72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11107-6C08-C0DA-4F85-4DE9690C2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C6567-0A2F-4521-97A9-0B36A2E8E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0A680-262B-1092-10C5-0E39C1BC9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A3AD-E74E-40F3-A091-AD7A5FD22E1E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35D42-C613-66A4-9241-0027FEB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49FF8-C064-E7C8-5709-EB841F47E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529FE-4D77-4AF1-9498-E930BF682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907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78CFF-9645-CF2F-8C3D-70FE9EA0B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084A-89C5-2AD8-27A4-EBF1239D0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05723-3DC7-4145-FEE0-CE43207B0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A3AD-E74E-40F3-A091-AD7A5FD22E1E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29DBA-034A-B2E6-335A-CD8E36A10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48210-68FA-FAE2-A625-E200409D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529FE-4D77-4AF1-9498-E930BF682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21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B527E-91AD-5D29-CFC0-A6B59D55E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76961-84D5-2C4B-D96F-F70E55CC86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23EF1-2AFB-6D30-9867-6A195E4203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7BAE5-C032-9386-179F-E0DD9B03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A3AD-E74E-40F3-A091-AD7A5FD22E1E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C5FEE0-8589-8BA1-E6F3-4F0C23C9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BF8D3-504E-16CE-4037-6CB06D2DD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529FE-4D77-4AF1-9498-E930BF682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996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8DEDE-E11B-8BBF-82CD-C35E29D94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547688"/>
            <a:ext cx="15773400" cy="198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67323-5DC0-2FAF-446D-F3D35AC17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A8A8F-41AB-9795-0A2F-D5EA00306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0475" y="3757613"/>
            <a:ext cx="7735888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0E0778-0D9D-8964-2F05-9EFD28548E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22CEC7-EF49-06C5-B221-366292C58C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5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E6FCBB-DADD-1B19-9D73-11C83A89F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A3AD-E74E-40F3-A091-AD7A5FD22E1E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C51680-96BA-0183-BF69-8299B366B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A26F58-C0DE-EF57-F5D5-FB9FA96D6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529FE-4D77-4AF1-9498-E930BF682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08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5AC92-852A-1FA8-1F5D-447AD4DA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13A4A-F707-2AEA-95BA-0FA6FF8A9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A3AD-E74E-40F3-A091-AD7A5FD22E1E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582DB2-D20A-6A19-DD03-B01B49BC4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06A0E7-6112-08DD-3733-1CB8C2520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529FE-4D77-4AF1-9498-E930BF682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121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6B4F82-A49C-657E-5B57-1EB5D9699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A3AD-E74E-40F3-A091-AD7A5FD22E1E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8AACD0-D91E-8356-BF16-9B5BECF5A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812A4-3E3E-EBC1-C41F-16E11E7D4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529FE-4D77-4AF1-9498-E930BF682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58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22060-0D68-408F-CA12-2514FFE96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644D1-BAD8-AF5C-6FF0-BD1B9A0B0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BD72C-C845-6E0A-846A-2B730ED6B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A2E1F-D098-4C59-037D-8DC6FEFB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A3AD-E74E-40F3-A091-AD7A5FD22E1E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465C70-DA47-0DEF-86D2-B5D00A4BA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CB6BF-9CB9-9DC5-558E-07D517A99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529FE-4D77-4AF1-9498-E930BF682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833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BABAF-C323-24BE-B31D-8DF106754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CA7B68-5CA5-9EC7-151F-F37348B17D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67BF6B-C7F6-8041-C1E6-A93A85903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FE746-2D6F-EEDF-88DA-023AE986D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A3AD-E74E-40F3-A091-AD7A5FD22E1E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EF6C1-1B98-3859-525D-B25534B67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6B982-43A3-B587-FCA6-179369137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529FE-4D77-4AF1-9498-E930BF682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876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25CE9-E560-EC1F-F79D-998079CF5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804BAD-3B8D-65F6-2EC4-C91F4DC1A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8494F-9B57-7DB9-4955-8CBECAC45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A3AD-E74E-40F3-A091-AD7A5FD22E1E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57117-D5AE-A77A-4E27-E9CD2C468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DAB41-6DF1-63CD-1616-6E0BE8E47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529FE-4D77-4AF1-9498-E930BF682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83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EA9B1B-0268-FE21-EB37-AE3BE01D44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2BDBC9-9FF1-FC8F-3085-64F63BBC4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5BB02-29D5-8347-5462-5DCED9467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A3AD-E74E-40F3-A091-AD7A5FD22E1E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948B5-13AC-2863-9FF0-A595F8870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E261D-4D7D-734C-3A51-CD9A02231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529FE-4D77-4AF1-9498-E930BF682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3219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624657-C4F4-21AB-810A-BB8A60600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52767-A320-D2A6-D885-E60593D54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20926-13CD-A5EC-A6E3-EB89F9C3E5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F9A3AD-E74E-40F3-A091-AD7A5FD22E1E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A06FF-763E-A30A-0E0D-413DD22DF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917B8-EE19-6E0F-EE4A-CCA8EA639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6529FE-4D77-4AF1-9498-E930BF682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55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4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4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4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4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4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4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4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4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4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4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4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4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4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5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5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5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7495D74-CD85-70AF-AA34-D6EE765FFFF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-1213711" y="1411314"/>
            <a:ext cx="20715422" cy="7464371"/>
            <a:chOff x="0" y="0"/>
            <a:chExt cx="5455914" cy="19659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455913" cy="1965925"/>
            </a:xfrm>
            <a:custGeom>
              <a:avLst/>
              <a:gdLst/>
              <a:ahLst/>
              <a:cxnLst/>
              <a:rect l="l" t="t" r="r" b="b"/>
              <a:pathLst>
                <a:path w="5455913" h="1965925">
                  <a:moveTo>
                    <a:pt x="0" y="0"/>
                  </a:moveTo>
                  <a:lnTo>
                    <a:pt x="5455913" y="0"/>
                  </a:lnTo>
                  <a:lnTo>
                    <a:pt x="5455913" y="1965925"/>
                  </a:lnTo>
                  <a:lnTo>
                    <a:pt x="0" y="1965925"/>
                  </a:lnTo>
                  <a:close/>
                </a:path>
              </a:pathLst>
            </a:custGeom>
            <a:solidFill>
              <a:srgbClr val="DC0E20">
                <a:alpha val="71765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455914" cy="200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289987" y="2372704"/>
            <a:ext cx="3708025" cy="1206378"/>
          </a:xfrm>
          <a:custGeom>
            <a:avLst/>
            <a:gdLst/>
            <a:ahLst/>
            <a:cxnLst/>
            <a:rect l="l" t="t" r="r" b="b"/>
            <a:pathLst>
              <a:path w="3708025" h="1206378">
                <a:moveTo>
                  <a:pt x="0" y="0"/>
                </a:moveTo>
                <a:lnTo>
                  <a:pt x="3708026" y="0"/>
                </a:lnTo>
                <a:lnTo>
                  <a:pt x="3708026" y="1206378"/>
                </a:lnTo>
                <a:lnTo>
                  <a:pt x="0" y="1206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410208" y="3476432"/>
            <a:ext cx="7467583" cy="2238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0"/>
              </a:lnSpc>
            </a:pPr>
            <a:r>
              <a:rPr lang="en-US" sz="13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KLSMARTIN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05406" y="5335386"/>
            <a:ext cx="6677188" cy="149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51"/>
              </a:lnSpc>
            </a:pPr>
            <a:r>
              <a:rPr lang="en-US" sz="867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PRODUCT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11-100-11-07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Operating scissors, blunt/blunt, straight, length 12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General Surgery
• Neurosurgery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1-100-11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2906" y="1501130"/>
            <a:ext cx="3178113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11-171-23-07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Scissors, acc. to Mayo, curved, length 23.5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General Surgery
• Neurosurgery
• Plastic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1-171-23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0695" y="1501130"/>
            <a:ext cx="3462536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11-230-17-07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Gynecological scissors, standard, acc. to Doyen, blunt/blunt, straight, length 18.5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General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1-230-17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7483" y="1501130"/>
            <a:ext cx="2868958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10-130-03-07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Scalpel handle, no. 3, length 12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
• Neurosurgery
• Oral and Maxillofacial Surgery
• Plastic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0-130-03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5709" y="1501130"/>
            <a:ext cx="692507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10-137-07-07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Scalpel handle, no. 7, solid, length 16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
• Neurosurgery
• Oral and Maxillofacial Surgery
• Plastic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0-137-07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4103" y="1501130"/>
            <a:ext cx="395718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11-594-11-07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Surgical scissors, standard, fine, blunt, blunt, straight, length 11.5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General Surgery
• Oral and Maxillofacial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1-594-11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3058" y="1501130"/>
            <a:ext cx="3537808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11-682-11-07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Tendon scissors, acc. to Stevens, blunt, blunt, straight, length 11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General Surgery
• Neurosurgery
• Oral and Maxillofacial Surgery
• Plastic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1-682-11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244" y="1501130"/>
            <a:ext cx="5181437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11-911-17-07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Face-lift scissors, acc. to Mayo, curved, length 17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General Surgery
• Neurosurgery
• Plastic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1-911-17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7413" y="1501130"/>
            <a:ext cx="3549099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11-965-14-07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TC gold dissecting scissors, acc. toacc. to Lahey, curved, length 14.5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
• Neurosurgery
• Oral and Maxillofacial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1-965-14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8019" y="1501130"/>
            <a:ext cx="2967888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11-985-45-07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TC gold scissors, acc. to De Bakey,, 45°, length 18.5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1-985-45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5906" y="1501130"/>
            <a:ext cx="5812113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12-168-12-07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Dressing forceps, acc. to Adson, length 12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
• Neurosurgery
• Oral and Maxillofacial Surgery
• Plastic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2-168-12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920" y="1501130"/>
            <a:ext cx="1286084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12-258-18-07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TC gold dressing forceps, acc. to Potts-Smith, length 18.5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
• Neurosurgery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2-258-18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6624" y="1501130"/>
            <a:ext cx="630676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12-368-12-07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Tissue forceps, acc. to Adson, 1 x 2 teeth, length 12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
• Neurosurgery
• Plastic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2-368-12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2737" y="1501130"/>
            <a:ext cx="1298451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13-121-08-07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Bulldog clamp, acc. to Diethrich, curved, length 8 mm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
• Plastic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3-121-08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147545"/>
            <a:ext cx="8266726" cy="736350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13-310-12-07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Hemostatic forceps, acc. to Mosquito, straight, length 12.5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
• Neurosurgery
• Oral and Maxillofacial Surgery
• Plastic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3-310-12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0246" y="1501130"/>
            <a:ext cx="4823433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13-311-12-07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Hemostatic forceps, acc. to Mosquito, curved, length 12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
• Neurosurgery
• Oral and Maxillofacial Surgery
• Plastic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3-311-12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6342" y="1501130"/>
            <a:ext cx="3351240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13-321-10-07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Micro hemostatic forceps, acc. to Mosquito, curved, length 10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
• Oral and Maxillofacial Surgery
• Plastic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3-321-10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4427" y="1501130"/>
            <a:ext cx="2535071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13-341-14-07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Hemostatic forceps, acc. to Crile, curved, length 14.5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
• Neurosurgery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3-341-14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6793" y="1501130"/>
            <a:ext cx="2510338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13-411-16-07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Hemostatic forceps, acc. to Pean, curved, length 16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
• Neurosurgery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3-411-16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3906" y="1501130"/>
            <a:ext cx="4056113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13-411-22-07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Hemostatic forceps, acc. to Pean, curved, length 22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
• Neurosurgery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3-411-16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3906" y="1501130"/>
            <a:ext cx="4056113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13-414-16-07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Hemostatic forceps, acc. to Kocher, 1 x 2 teeth, straight, length 16.5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
• Neurosurgery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3-414-16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3906" y="1501130"/>
            <a:ext cx="4056113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13-451-13-07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Dissecting forceps, acc. to Gemini, curved, length 13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
• Neurosurgery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3-451-13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8554" y="1501130"/>
            <a:ext cx="3066817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13-919-13-07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Towel forceps, acc. to Lorna, fine serration, wide jaw, length 13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3-919-13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3990" y="1501130"/>
            <a:ext cx="4995944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14-313-26-07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Sponge forceps, acc. to Bozemann, s-shape, length 26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General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4-313-26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8399" y="1501130"/>
            <a:ext cx="2807127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15-091-14-07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Hooklet, acc. to Desmarres, width 14 mm, length 16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
• Neurosurgery
• Oral and Maxillofacial Surgery
• Plastic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5-091-14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2962" y="1501130"/>
            <a:ext cx="878000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15-167-16-07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Hooklet, acc. to Senn-Miller, blunt, length 16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
• Plastic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5-167-16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0751" y="1501130"/>
            <a:ext cx="1162422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15-391-01-01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Retractor, acc. to Richardson, 25 mm x 21 mm, length 23.5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5-391-01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5568" y="1501130"/>
            <a:ext cx="2052789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15-687-00-07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Retractor, double, acc. to Parker-Langenbeck, set, length 21.5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5-687-00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0681" y="1501130"/>
            <a:ext cx="1842563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15-715-07-07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Woundspreader, acc. to Alm, blunt, 4 x 4 teeth, 55 mm, length 7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
• Neurosurgery
• Plastic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5-715-07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7638" y="1501130"/>
            <a:ext cx="3128648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15-749-10-07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Woundspreader, acc. to Weitlaner, blunt, 2 x 3 teeth, 40 mm, length 11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
• Neurosurgery
• Plastic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5-749-10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4703" y="1501130"/>
            <a:ext cx="4594518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18-523-08-01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Suction tube, acc. to Frazier, Ø 2.7 mm, 130 mm, length 19.5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General Surgery
• Neurosurgery
• Oral and Maxillofacial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8-523-08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0990" y="1501130"/>
            <a:ext cx="2361944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18-696-06-01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Heparin flushing needle, Luer Lock connection, Ø 2,9 mm, length 65 mm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18-696-06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5413" y="1501130"/>
            <a:ext cx="1793099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20-620-00-07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TC-Gold micro needle holder, acc. to Castroviejo, straight, micro-profile, with ratchet lock, thread size 5-0 - 8-0, length 14.5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
• Neurosurgery
• Oral and Maxillofacial Surgery
• Plastic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20-620-00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8905" y="1501130"/>
            <a:ext cx="1726115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20-637-13-07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TC-Gold needle holder, acc. to Halsey, straight, mini profile, thread size 4-0 - 6-0, length 13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
• Neurosurgery
• Oral and Maxillofacial Surgery
• Plastic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20-637-13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4485" y="1501130"/>
            <a:ext cx="4874955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20-638-15-07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TC-Gold needle holder, acc. to Crile-Wood, straight, mini profile, thread size 4-0 - 6-0, length 15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
• Neurosurgery
• Oral and Maxillofacial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20-638-15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9709" y="1501130"/>
            <a:ext cx="4204508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20-646-18-07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TC-Gold needle holder, acc. to DeBakey, straight, mini-profile, thread size 4-0 - 6-0, length 18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
• Neurosurgery
• Oral and Maxillofacial Surgery
• Plastic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20-646-18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117" y="1501130"/>
            <a:ext cx="3771691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24-388-16-07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Atraumatic forceps, acc. to De Bakey, width 2 mm, length 16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Neurosurgery
• Oral and Maxillofacial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24-388-16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4948" y="1501130"/>
            <a:ext cx="1014028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24-458-11-07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Pediatric vascular clamp, Atrauma, acc. to De Bakey, curved, length 13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24-458-11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1694" y="1501130"/>
            <a:ext cx="4340536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24-458-12-07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Pediatric vascular clamp, Atrauma, acc. to De Bakey, straight, length 13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24-458-12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0441" y="1501130"/>
            <a:ext cx="643042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24-459-13-07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Pediatric vascular clamp, Atrauma, acc. to De Bakey, angled, length 12.5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24-459-13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272" y="1501130"/>
            <a:ext cx="6665381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24-492-10-01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Dilator, acc. to De Bakey, Ø 1.0 mm, length 19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24-492-10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2808" y="1501130"/>
            <a:ext cx="618310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24-492-15-01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Dilator, acc. to De Bakey, Ø 1.5 mm, length 19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24-492-15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7160" y="1501130"/>
            <a:ext cx="729605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24-492-20-01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Dilator, acc. to De Bakey, Ø 2.0 mm, length 19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24-492-20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2962" y="1501130"/>
            <a:ext cx="878000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24-492-25-01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Dilator, acc. to De Bakey, Ø 2.5 mm, length 19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24-492-25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8230" y="1501130"/>
            <a:ext cx="927465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24-492-30-01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Dilator, acc. to De Bakey, Ø 3.0 mm, length 19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24-492-25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8230" y="1501130"/>
            <a:ext cx="927465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24-492-35-01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Dilator, acc. to De Bakey, Ø 3.5 mm, length 19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24-492-25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8230" y="1501130"/>
            <a:ext cx="927465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24-492-40-01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Dilator, acc. to De Bakey, Ø 4.0 mm, length 19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24-492-25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8230" y="1501130"/>
            <a:ext cx="927465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24-492-45-01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Dilator, acc. to De Bakey, Ø 4.5 mm, length 19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24-492-25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8230" y="1501130"/>
            <a:ext cx="927465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28-209-18-07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Skin hook, acc. to Gillies, figure 2, length 18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Oral and Maxillofacial Surgery
• Plastic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28-209-18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9424" y="1501130"/>
            <a:ext cx="325077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28-215-03-07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Face-lift hooklet, acc. to Kaye, 4 prongs, length 13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Plastic Surgery
• Portfolio Overview
• Suggested Surgical Instrument Sets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28-215-03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3569" y="1501130"/>
            <a:ext cx="476787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30-132-15-07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Intestinal and tissue grasping forceps, acc. to Allis, 4 x 5 teeth, length 15.5 cm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Cardio
• Thoracic and Vascular Surgery
• General Surgery
• Oral and Maxillofacial Surgery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30-132-15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0624" y="1501130"/>
            <a:ext cx="4142677" cy="865634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55-804-49-01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Mesh trays and perforated wire-mesh trays size DIN, 477x251x44 mm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Tray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55-804-49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906421"/>
            <a:ext cx="8266726" cy="5845756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  <a:solidFill>
            <a:schemeClr val="bg1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56-231-08-01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Stainless steel bowl, Ø 80 mm, height 40 mm, capacity 140 ml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latin typeface="Montserrat"/>
                <a:ea typeface="Montserrat"/>
                <a:cs typeface="Montserrat"/>
                <a:sym typeface="Montserrat"/>
              </a:rPr>
              <a:t>• General Surgery
• Oral and Maxillofacial Surgery
• Suggested Surgical Instrument Sets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13D0D64-240A-3C03-8C7E-D8A1C13EF47C}"/>
              </a:ext>
            </a:extLst>
          </p:cNvPr>
          <p:cNvSpPr txBox="1"/>
          <p:nvPr/>
        </p:nvSpPr>
        <p:spPr>
          <a:xfrm>
            <a:off x="228599" y="155335"/>
            <a:ext cx="8266726" cy="104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2661"/>
              </a:lnSpc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5" y="129530"/>
            <a:ext cx="3691841" cy="1201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863FBF-FD46-F411-64A8-93C00FE46E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097" y="-1562100"/>
            <a:ext cx="4431326" cy="4431326"/>
          </a:xfrm>
          <a:prstGeom prst="rect">
            <a:avLst/>
          </a:prstGeom>
        </p:spPr>
      </p:pic>
      <p:pic>
        <p:nvPicPr>
          <p:cNvPr id="20" name="Picture 19" descr="56-231-08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481858"/>
            <a:ext cx="8266726" cy="66948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25</Words>
  <Application>Microsoft Office PowerPoint</Application>
  <PresentationFormat>Custom</PresentationFormat>
  <Paragraphs>13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 Display</vt:lpstr>
      <vt:lpstr>Montserrat</vt:lpstr>
      <vt:lpstr>Arial</vt:lpstr>
      <vt:lpstr>Aptos</vt:lpstr>
      <vt:lpstr>Bahnschrift SemiBold</vt:lpstr>
      <vt:lpstr>Anton</vt:lpstr>
      <vt:lpstr>Canva Sans Bold</vt:lpstr>
      <vt:lpstr>1_Custom Design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Presentation</dc:title>
  <dc:creator>Anas Mohamed</dc:creator>
  <cp:lastModifiedBy>Anas Mohamed</cp:lastModifiedBy>
  <cp:revision>23</cp:revision>
  <dcterms:created xsi:type="dcterms:W3CDTF">2006-08-16T00:00:00Z</dcterms:created>
  <dcterms:modified xsi:type="dcterms:W3CDTF">2026-08-17T11:44:56Z</dcterms:modified>
  <dc:identifier>DAHP5ixTuSQ</dc:identifier>
</cp:coreProperties>
</file>